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Pre-triaje multimodal en postas rurales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63072" cy="2395728"/>
          </a:xfrm>
          <a:prstGeom prst="roundRect">
            <a:avLst>
              <a:gd name="adj" fmla="val 610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97480"/>
            <a:ext cx="102412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10  ·  CC451 Interacción Humano-Computador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227832"/>
            <a:ext cx="9875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Santa Cruz Basilio, Jesus Diego — 20235005G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López Arteaga, César Omar — 20236743A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Pumayauli Evangelista, Bryan José — 20212209E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0"/>
            <a:ext cx="108813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 educativo con casos ficticios; no valida ni sustituye una valoración médica.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Problema y propósito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Limitaciones de especialistas y conectividad en postas rurales.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Registro inicial de síntomas con voz, texto y silueta corporal.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Confirmación y corrección de datos antes de compartir el caso.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8952" y="4279392"/>
            <a:ext cx="10652760" cy="1216152"/>
          </a:xfrm>
          <a:prstGeom prst="roundRect">
            <a:avLst>
              <a:gd name="adj" fmla="val 12030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4498848"/>
            <a:ext cx="1002182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Alcance: organizar un relato ficticio y facilitar su revisión por un rol médico simulado; sin clasificación clínica automatizada.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PACT y diversidad de usuarios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09928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08960" y="1563624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664208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Pacientes, adultos mayores, discapacidad, personal de posta y médicos.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33472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79776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08960" y="2633472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2734056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región, responder, confirmar, enviar y consultar respuesta.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703320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49624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108960" y="3703320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Conectividad inestable, estrés, equipos compartidos y entornos ruidosos.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773168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19472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08960" y="4773168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4873752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PWA, SVG táctil, Web Speech API opcional, servidor Node.js y JSON.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Arquitectura C4 / contenedores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309067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2212848"/>
            <a:ext cx="276148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81635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Interfaz, accesibilidad, voz y silueta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38528"/>
            <a:ext cx="3063240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212848"/>
            <a:ext cx="2734056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Node.js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88920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REST, validación y envío de casos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94192" y="1938528"/>
            <a:ext cx="304495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212848"/>
            <a:ext cx="271576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local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31352" y="2770632"/>
            <a:ext cx="277063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de casos ficticios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41064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772400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8" name="Shape 16"/>
          <p:cNvSpPr/>
          <p:nvPr/>
        </p:nvSpPr>
        <p:spPr>
          <a:xfrm>
            <a:off x="4334256" y="4151376"/>
            <a:ext cx="3456432" cy="1097280"/>
          </a:xfrm>
          <a:prstGeom prst="roundRect">
            <a:avLst>
              <a:gd name="adj" fmla="val 13333"/>
            </a:avLst>
          </a:prstGeom>
          <a:solidFill>
            <a:srgbClr val="EAF5F8"/>
          </a:solidFill>
          <a:ln w="12700">
            <a:solidFill>
              <a:srgbClr val="D79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4315968"/>
            <a:ext cx="286207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opcional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0288" y="4681728"/>
            <a:ext cx="2926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 solo en servidor · fallback local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Flujo principal de interacción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50392" y="1481328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600200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36776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36776" y="1591056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Preferencias e inicio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0392" y="2322576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2441448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478024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6776" y="2432304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corporal y confirmación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50392" y="3163824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282696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319272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36776" y="3273552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Entrevista: cuatro preguntas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50392" y="4005072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123944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160520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36776" y="4114800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y envío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0392" y="4846320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" y="4965192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5001768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36776" y="4956048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Recepción y respuesta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50392" y="5897880"/>
            <a:ext cx="104241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último código demo puede recuperarse tras recargar el navegador.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Tres propuestas de interfaz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0664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Formulario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60120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Secuencial y claro; requiere lectura.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62856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Conversación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82312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escritura; vulnerable a ruido y permisos.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48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D8F1F3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04504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· Multimodal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604504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Silueta + voz + texto + confirmación.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5212080"/>
            <a:ext cx="103327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 elegida: C, por redundancia de modalidades y menor exclusión.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Colaboración: alcance real del prototipo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10789920" cy="2267712"/>
          </a:xfrm>
          <a:prstGeom prst="roundRect">
            <a:avLst>
              <a:gd name="adj" fmla="val 645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75104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   →   SERVIDOR LOCAL   →   ROL MÉDICO SIMULADO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88136" y="2798064"/>
            <a:ext cx="10040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 caso y código  ·  consultar bandeja  ·  confirmar recepción  ·  responder  ·  consultar historial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7824" y="4636008"/>
            <a:ext cx="104698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implementa videollamada, chat instantáneo, autenticación clínica ni conexión remota entre equipos.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Pruebas de integración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591056"/>
            <a:ext cx="3758184" cy="3511296"/>
          </a:xfrm>
          <a:prstGeom prst="roundRect">
            <a:avLst>
              <a:gd name="adj" fmla="val 4167"/>
            </a:avLst>
          </a:prstGeom>
          <a:solidFill>
            <a:srgbClr val="EAF5F8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67712"/>
            <a:ext cx="3209544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3136392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aprobadas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28032" y="1755648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Flujo paciente → médico → paciente.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28032" y="2633472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Ocho escrituras simultáneas persistidas.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28032" y="3511296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Recepción y respuestas idempotentes.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4389120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de respuestas y errores HTTP.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50976" y="5687568"/>
            <a:ext cx="10250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presentan como pruebas clínicas o ensayos con pacientes.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Límites y trabajo pendiente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" y="1627632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Evaluación de usabilidad con personas voluntarias y criterios medibles.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386584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Autenticación, roles clínicos, privacidad y seguridad de datos reales.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3145536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lingüística; quechua está simulado.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5528" y="3904488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Conectividad entre equipos, seguimiento clínico y despliegue remoto.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4663440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Capturas actualizadas y video de sustentación de cada integrante.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5669280"/>
            <a:ext cx="10424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utilizar datos reales de salud en esta versión educativa.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Conclusión del Grupo 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0561320" cy="3017520"/>
          </a:xfrm>
          <a:prstGeom prst="roundRect">
            <a:avLst>
              <a:gd name="adj" fmla="val 484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103120"/>
            <a:ext cx="9875520" cy="1938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integración conserva el diseño multimodal de LEC06/LEC07 y demuestra trazabilidad de información y confirmación entre dos roles simulados en un mismo servidor.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87552" y="5303520"/>
            <a:ext cx="102138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y evidencias: github.com/CeSaRLoPeZArTeAgA/PC2_IHC_Grup10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Nacional de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TriageVoz Rural - Sustentación PC2</dc:title>
  <dc:subject>PC2 TriageVoz Rural: prototipo no clínico</dc:subject>
  <dc:creator>Grupo 10 - CC451 UNI</dc:creator>
  <cp:lastModifiedBy>Grupo 10 - CC451 UNI</cp:lastModifiedBy>
  <cp:revision>1</cp:revision>
  <dcterms:created xsi:type="dcterms:W3CDTF">2026-10-14T17:22:12Z</dcterms:created>
  <dcterms:modified xsi:type="dcterms:W3CDTF">2026-10-14T17:22:12Z</dcterms:modified>
</cp:coreProperties>
</file>